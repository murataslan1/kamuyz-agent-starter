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Hermes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28600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5600" b="1">
                <a:solidFill>
                  <a:srgbClr val="F8FAFC"/>
                </a:solidFill>
                <a:latin typeface="Outfit"/>
              </a:defRPr>
            </a:pPr>
            <a:r>
              <a:t>Kendi Kendine Öğrenen</a:t>
            </a:r>
          </a:p>
          <a:p>
            <a:pPr>
              <a:spcAft>
                <a:spcPts val="400"/>
              </a:spcAft>
              <a:defRPr sz="5600" b="1">
                <a:solidFill>
                  <a:srgbClr val="F8FAFC"/>
                </a:solidFill>
                <a:latin typeface="Outfit"/>
              </a:defRPr>
            </a:pPr>
            <a:r>
              <a:t>Yapay Zeka Ajanı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94A3B8"/>
                </a:solidFill>
                <a:latin typeface="Outfit"/>
              </a:defRPr>
            </a:pPr>
            <a:r>
              <a:t>Nous Research · MIT Lisans · Açık Kaynak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Diğerlerinden Farkı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Outfit"/>
              </a:defRPr>
            </a:pPr>
            <a:r>
              <a:t>Neden Hermes?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ChatGPT: Soru sor, cevap al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OpenClaw: Görev ver, yapar (her seferinde sıfırdan)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Hermes: Görev ver, yapar, nasıl yaptığını kaydeder, bir dahaki sefere daha iyi yapar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Zamanla sana özel bir uzman haline gelir. Ne kadar kullanırsan, o kadar iyi olur.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0" y="2560320"/>
            <a:ext cx="146304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i="1">
                <a:solidFill>
                  <a:srgbClr val="F8FAFC"/>
                </a:solidFill>
                <a:latin typeface="Outfit"/>
              </a:defRPr>
            </a:pPr>
            <a:r>
              <a:t>"Hermes'e geçince aynı iş akışı ilk denemede sorunsuz çalıştı, bir hafta boyunca müdahalesiz devam etti."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48640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4856A"/>
                </a:solidFill>
                <a:latin typeface="Space Mono"/>
              </a:defRPr>
            </a:pPr>
            <a:r>
              <a:t>Reddit · 342 upvote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Mimari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Outfit"/>
              </a:defRPr>
            </a:pPr>
            <a:r>
              <a:t>4 Katmanlı Hafıza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L1 — Session Context: Anlık konuşma, oturum kapanınca silinir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L2 — Persisted Facts: ~2.200 karakter (MEMORY.md), sen silene kadar kalır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L3 — Session Archive: SQLite FTS5, tüm geçmiş oturumlar tam metin aramayla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L4 — Procedural Skills: Kendi yazdığı SKILL.md, ihtiyaç anında dinamik yüklenir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Öğrenme Döngüsü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Outfit"/>
              </a:defRPr>
            </a:pPr>
            <a:r>
              <a:t>Kapalı Devre (Closed Loop)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Görev → Tamamla → Analiz → SKILL.md oluştur → Kullandıkça iyileştir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Bu döngü sayesinde ajan her görevden sonra biraz daha iyi olur.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Başarılı iş akışlarını kendi SKILL.md dosyasına yazar, tekrar kullanır.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Karşılaştırma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Outfit"/>
              </a:defRPr>
            </a:pPr>
            <a:r>
              <a:t>OpenClaw vs Hermes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926080"/>
            <a:ext cx="4114800" cy="3474720"/>
          </a:xfrm>
          <a:prstGeom prst="rect">
            <a:avLst/>
          </a:prstGeom>
          <a:solidFill>
            <a:srgbClr val="1A1A1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10896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Outfit"/>
              </a:defRPr>
            </a:pPr>
            <a:r>
              <a:t>OpenClaw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65760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50+ kanal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13.000+ hazır skill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TypeScript/Node.js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ClawHub marketplace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CVE-2026-25253 yaşadı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926080"/>
            <a:ext cx="4114800" cy="3474720"/>
          </a:xfrm>
          <a:prstGeom prst="rect">
            <a:avLst/>
          </a:prstGeom>
          <a:solidFill>
            <a:srgbClr val="1A1A1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10896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F4444"/>
                </a:solidFill>
                <a:latin typeface="Outfit"/>
              </a:defRPr>
            </a:pPr>
            <a:r>
              <a:t>Hermes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Kendi skill'ini yazar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4 katman hafıza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Python (%88)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Öğrenme döngüsü</a:t>
            </a:r>
          </a:p>
          <a:p>
            <a:pPr>
              <a:spcAft>
                <a:spcPts val="600"/>
              </a:spcAft>
              <a:defRPr sz="1600">
                <a:solidFill>
                  <a:srgbClr val="94A3B8"/>
                </a:solidFill>
                <a:latin typeface="Outfit"/>
              </a:defRPr>
            </a:pPr>
            <a:r>
              <a:t>Sıfır bildirilen CVE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Kurulum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7373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Outfit"/>
              </a:defRPr>
            </a:pPr>
            <a:r>
              <a:t>25 dakikada çalışır halde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OpenClaw: ~4 saat (kullanıcı deneyimi)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Hermes: ~25 dakika (kullanıcı deneyimi)</a:t>
            </a: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94A3B8"/>
                </a:solidFill>
                <a:latin typeface="Outfit"/>
              </a:defRPr>
            </a:pPr>
            <a:r>
              <a:t>Bizim güvenli paketimiz: Tek komutla kur, sandbox açık, non-root, audit log aktif.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4856A"/>
                </a:solidFill>
                <a:latin typeface="Space Mono"/>
              </a:defRPr>
            </a:pPr>
            <a:r>
              <a:t>KamuKOD 210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286000"/>
            <a:ext cx="731520" cy="36576"/>
          </a:xfrm>
          <a:prstGeom prst="rect">
            <a:avLst/>
          </a:prstGeom>
          <a:solidFill>
            <a:srgbClr val="D48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5600" b="1">
                <a:solidFill>
                  <a:srgbClr val="F8FAFC"/>
                </a:solidFill>
                <a:latin typeface="Outfit"/>
              </a:defRPr>
            </a:pPr>
            <a:r>
              <a:t>Kendi Ajanını</a:t>
            </a:r>
          </a:p>
          <a:p>
            <a:pPr>
              <a:spcAft>
                <a:spcPts val="400"/>
              </a:spcAft>
              <a:defRPr sz="5600" b="1">
                <a:solidFill>
                  <a:srgbClr val="F8FAFC"/>
                </a:solidFill>
                <a:latin typeface="Outfit"/>
              </a:defRPr>
            </a:pPr>
            <a:r>
              <a:t>Kurmak İster misin?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94A3B8"/>
                </a:solidFill>
                <a:latin typeface="Outfit"/>
              </a:defRPr>
            </a:pPr>
            <a:r>
              <a:t>4 Hafta · 8 Saat · Çevrimiçi · Türkçe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