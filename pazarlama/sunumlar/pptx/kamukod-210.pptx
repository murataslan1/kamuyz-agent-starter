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KamuKOD Atölye 210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28600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5600" b="1">
                <a:solidFill>
                  <a:srgbClr val="F8FAFC"/>
                </a:solidFill>
                <a:latin typeface="Outfit"/>
              </a:defRPr>
            </a:pPr>
            <a:r>
              <a:t>OpenClaw &amp; Hermes</a:t>
            </a:r>
          </a:p>
          <a:p>
            <a:pPr>
              <a:spcAft>
                <a:spcPts val="400"/>
              </a:spcAft>
              <a:defRPr sz="5600" b="1">
                <a:solidFill>
                  <a:srgbClr val="F8FAFC"/>
                </a:solidFill>
                <a:latin typeface="Outfit"/>
              </a:defRPr>
            </a:pPr>
            <a:r>
              <a:t>ile YZ Ajanları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94A3B8"/>
                </a:solidFill>
                <a:latin typeface="Outfit"/>
              </a:defRPr>
            </a:pPr>
            <a:r>
              <a:t>4 Hafta · 8 Saat · Çevrimiçi · Türkçe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4400" b="1">
                <a:solidFill>
                  <a:srgbClr val="F8FAFC"/>
                </a:solidFill>
                <a:latin typeface="Outfit"/>
              </a:defRPr>
            </a:pPr>
            <a:r>
              <a:t>Ekibiniz tekrarlayan</a:t>
            </a:r>
          </a:p>
          <a:p>
            <a:pPr>
              <a:spcAft>
                <a:spcPts val="400"/>
              </a:spcAft>
              <a:defRPr sz="4400" b="1">
                <a:solidFill>
                  <a:srgbClr val="F8FAFC"/>
                </a:solidFill>
                <a:latin typeface="Outfit"/>
              </a:defRPr>
            </a:pPr>
            <a:r>
              <a:t> işlere boğuldu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Finans: Mevzuat taraması — 15 insan-saat/hafta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İK: CV ön eleme — 3 gün/pozisyon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BT: Gece alarm müdahalesi — 30 dk ortalama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Hukuk: Sözleşme inceleme — 3 saat/belge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Çözüm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4400" b="1">
                <a:solidFill>
                  <a:srgbClr val="F8FAFC"/>
                </a:solidFill>
                <a:latin typeface="Outfit"/>
              </a:defRPr>
            </a:pPr>
            <a:r>
              <a:t>ChatGPT yetmez.</a:t>
            </a:r>
          </a:p>
          <a:p>
            <a:pPr>
              <a:spcAft>
                <a:spcPts val="400"/>
              </a:spcAft>
              <a:defRPr sz="4400" b="1">
                <a:solidFill>
                  <a:srgbClr val="F8FAFC"/>
                </a:solidFill>
                <a:latin typeface="Outfit"/>
              </a:defRPr>
            </a:pPr>
            <a:r>
              <a:t>Otonom ajan gerek.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OpenClaw: 385K GitHub yıldızı, 50+ platforma bağlanan iletişim geçidi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Hermes Agent: Kendi kendine öğrenen, zamanla kuruma özel hale gelen ajan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"3 saatte 12 Jira ticket'ı kapatan ajan yazdım" — X kullanıcısı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Neden KamuKOD?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Outfit"/>
              </a:defRPr>
            </a:pPr>
            <a:r>
              <a:t>Kendi başına vs KamuKOD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926080"/>
            <a:ext cx="4114800" cy="3474720"/>
          </a:xfrm>
          <a:prstGeom prst="rect">
            <a:avLst/>
          </a:prstGeom>
          <a:solidFill>
            <a:srgbClr val="1A1A1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10896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F4444"/>
                </a:solidFill>
                <a:latin typeface="Outfit"/>
              </a:defRPr>
            </a:pPr>
            <a:r>
              <a:t>Kendi başına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65760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Kurulum ~4 saat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Güvenlik kapalı gelir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%12 zararlı skill riski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İngilizce doküman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20-40 saat toplam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926080"/>
            <a:ext cx="4114800" cy="3474720"/>
          </a:xfrm>
          <a:prstGeom prst="rect">
            <a:avLst/>
          </a:prstGeom>
          <a:solidFill>
            <a:srgbClr val="1A1A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10896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Outfit"/>
              </a:defRPr>
            </a:pPr>
            <a:r>
              <a:t>KamuKOD 210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İlk oturumda çalışır ✓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Sandbox açık ✓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Güvenli kaynaklar ✓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Türkçe, adım adım ✓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8 saat 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Program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4400" b="1">
                <a:solidFill>
                  <a:srgbClr val="F8FAFC"/>
                </a:solidFill>
                <a:latin typeface="Outfit"/>
              </a:defRPr>
            </a:pPr>
            <a:r>
              <a:t>4 Oturum, 8 Saat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1. Kurulum &amp; Telegram bot — Çalışan ajan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2. WhatsApp + Kimlik + Skill — Çok kanallı asistan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3. Google Workspace + Cron — Kurumsal entegrasyon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4. Hermes Learning Loop + Güvenlik — Öğrenen, güvenli sistem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Kayıt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28600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5600" b="1">
                <a:solidFill>
                  <a:srgbClr val="F8FAFC"/>
                </a:solidFill>
                <a:latin typeface="Outfit"/>
              </a:defRPr>
            </a:pPr>
            <a:r>
              <a:t>kamukod.lovable.app</a:t>
            </a:r>
          </a:p>
          <a:p>
            <a:pPr>
              <a:spcAft>
                <a:spcPts val="400"/>
              </a:spcAft>
              <a:defRPr sz="5600" b="1">
                <a:solidFill>
                  <a:srgbClr val="F8FAFC"/>
                </a:solidFill>
                <a:latin typeface="Outfit"/>
              </a:defRPr>
            </a:pPr>
            <a:r>
              <a:t>/atolye/210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94A3B8"/>
                </a:solidFill>
                <a:latin typeface="Outfit"/>
              </a:defRPr>
            </a:pPr>
            <a:r>
              <a:t>Kontenjan sınırlı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